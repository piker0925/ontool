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DevToolbox 테스트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이것은 오피스 문서 변환기 테스트용 샘플입니다.</a:t>
            </a:r>
          </a:p>
          <a:p>
            <a:r>
              <a:t>두 번째 줄 텍스트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